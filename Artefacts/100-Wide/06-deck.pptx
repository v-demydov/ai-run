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losing market share because our inventory systems can't talk to each other. Customers see phantom stock online, drive to stores, find nothing. Zalando solved this; we haven't.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nice-to-have. Customers are leaving. We have primary evidence: app reviews, support forums, Reddit posts all say the same thing: 'I switched to Zalando.'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new idea. Zalando, ASOS, Inditex all do this. We're 2 years behind. The technology is proven; the question is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is simple: forecast, optimize, recommend, approve, execute, measure. No autonomous decisions. Planners stay in control. We're automating the spreadsheet, not replacing the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are conservative. We're using industry benchmarks from Gartner, McKinsey, Deloitte. Even in the pessimistic case, payback is 24 months. This is a no-brainer.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pessimistic assumes we execute well. If we pilot in 1–2 countries first, measure results, then scale, we de-risk the pessimistic scenario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drivers are where we focus. If planners don't trust the system, it fails. If phantom stock doesn't actually drop, it fails. We need to de-risk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make-or-break risk. We can build the best model in the world, but if planners don't use it, we fail. Change management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need €879K upfront, €180K for operations. That's 0.01% of annual revenue. Payback in 4.5 months. We need executive sponsorship to push through organizational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move fast. First 30 days are about de-risking assumptions and building momentum. By end of Month 1, we'll have a working forecast model in pilot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Demand-Driven Inventory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Meridian Retail Group | EU Fashion Omnichannel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1: The Omnichannel Inventory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Meridian operates 600 stores + online across 8 countries with fragmented inventory systems. No real-time visibility between channels. Competitors (Zalando, ASOS) have unified inventory; Meridian is losing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2: 12% Phantom Stock = €8M/Year Lost Margin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Click-&amp;-collect orders cancelled at pickup: 12% rate. Customers explicitly churn to Zalando/ASOS. Store staff manually retype loyalty IDs. Regional planners use spreadsheets. No cross-channel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3: Demand-Driven Inventory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AI-powered demand forecasting + store-level allocation optimization. Predict demand 7–14 days ahead. Recommend where inventory should live (store vs. online). Planners approve/reject. Reduce phantom stock to ≤5%.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4: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Daily: forecast demand per SKU per store. Calculate optimal allocation. Generate recommendations ranked by impact. Planners approve via dashboard. System integrates with SAP. Weekly: measure phantom stock reduction, retrain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5: Base Case: €2.3M Year 1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Phantom stock margin saved: €900K. Customer churn reduction: €675K. Planner time freed: €750K. Total Year 1 value: €2.325M. Payback: 4.5 months. ROI: 265% Year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6: Three Scenarios: Payback Period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Pessimistic (slow adoption): 24–30 months. Base case (moderate adoption): 4.5 months. Optimistic (fast adoption): 1.1 months. Implementation cost: €879K (base). Year 1 run cost: €180K.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7: Top-2 Value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Driver 1: Phantom stock reduction rate (±29% impact on value). Driver 2: Planner adoption rate (±21% impact). If adoption is slow, value drops. Mitigation: pilot first, measure weekly.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8: Binding Gate: Planner Adoption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Risk: Planners ignore recommendations (organizational resistance, complexity, distrust). Gate: Pilot in 1–2 countries. Success threshold: ≥70% adoption rate within 3 months. If &lt;70%, pause rollout, investigate.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9: Investment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Budget: €879K implementation + €180K Year 1 run cost = €1.059M total Year 1. Timeline: 6 months to GA (Phase 1: pilot 1–2 countries; Phase 2: rollout).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Slide 10: 30-Day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Week 1: Validate CRM data (click-&amp;-collect volume, churn rate). Week 2: Secure pilot countries (Italy + Germany). Week 3: Kick-off pilot. Week 4: First forecast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0F0F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